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4"/>
    <p:sldMasterId id="2147483846" r:id="rId5"/>
  </p:sldMasterIdLst>
  <p:notesMasterIdLst>
    <p:notesMasterId r:id="rId19"/>
  </p:notesMasterIdLst>
  <p:sldIdLst>
    <p:sldId id="285" r:id="rId6"/>
    <p:sldId id="286" r:id="rId7"/>
    <p:sldId id="287" r:id="rId8"/>
    <p:sldId id="288" r:id="rId9"/>
    <p:sldId id="289" r:id="rId10"/>
    <p:sldId id="290" r:id="rId11"/>
    <p:sldId id="292" r:id="rId12"/>
    <p:sldId id="293" r:id="rId13"/>
    <p:sldId id="294" r:id="rId14"/>
    <p:sldId id="296" r:id="rId15"/>
    <p:sldId id="297" r:id="rId16"/>
    <p:sldId id="298" r:id="rId17"/>
    <p:sldId id="299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042"/>
    <a:srgbClr val="D92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F91785-E37E-8FB2-84FB-2DE773EF7FA3}" v="132" dt="2026-08-05T02:55:13.7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73" autoAdjust="0"/>
  </p:normalViewPr>
  <p:slideViewPr>
    <p:cSldViewPr snapToGrid="0">
      <p:cViewPr varScale="1">
        <p:scale>
          <a:sx n="93" d="100"/>
          <a:sy n="93" d="100"/>
        </p:scale>
        <p:origin x="123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am Shahabi Lotfabadi" userId="a5635b2d-0737-48a5-9baf-943e68bf5fa9" providerId="ADAL" clId="{AB5C2801-F569-45C9-97FD-24DE09A0B268}"/>
    <pc:docChg chg="undo custSel addSld delSld modSld">
      <pc:chgData name="Maryam Shahabi Lotfabadi" userId="a5635b2d-0737-48a5-9baf-943e68bf5fa9" providerId="ADAL" clId="{AB5C2801-F569-45C9-97FD-24DE09A0B268}" dt="2026-07-27T04:53:39.910" v="675" actId="6549"/>
      <pc:docMkLst>
        <pc:docMk/>
      </pc:docMkLst>
      <pc:sldChg chg="addSp delSp modSp mod">
        <pc:chgData name="Maryam Shahabi Lotfabadi" userId="a5635b2d-0737-48a5-9baf-943e68bf5fa9" providerId="ADAL" clId="{AB5C2801-F569-45C9-97FD-24DE09A0B268}" dt="2026-07-27T04:19:36.298" v="32" actId="1076"/>
        <pc:sldMkLst>
          <pc:docMk/>
          <pc:sldMk cId="2487950244" sldId="285"/>
        </pc:sldMkLst>
        <pc:picChg chg="add mod">
          <ac:chgData name="Maryam Shahabi Lotfabadi" userId="a5635b2d-0737-48a5-9baf-943e68bf5fa9" providerId="ADAL" clId="{AB5C2801-F569-45C9-97FD-24DE09A0B268}" dt="2026-07-27T04:19:36.298" v="32" actId="1076"/>
          <ac:picMkLst>
            <pc:docMk/>
            <pc:sldMk cId="2487950244" sldId="285"/>
            <ac:picMk id="5" creationId="{DDEC958B-637E-D672-14C5-245BAD735CD6}"/>
          </ac:picMkLst>
        </pc:picChg>
      </pc:sldChg>
      <pc:sldChg chg="addSp delSp modSp mod">
        <pc:chgData name="Maryam Shahabi Lotfabadi" userId="a5635b2d-0737-48a5-9baf-943e68bf5fa9" providerId="ADAL" clId="{AB5C2801-F569-45C9-97FD-24DE09A0B268}" dt="2026-07-27T04:18:28.163" v="24" actId="14100"/>
        <pc:sldMkLst>
          <pc:docMk/>
          <pc:sldMk cId="4199194866" sldId="289"/>
        </pc:sldMkLst>
        <pc:picChg chg="add mod">
          <ac:chgData name="Maryam Shahabi Lotfabadi" userId="a5635b2d-0737-48a5-9baf-943e68bf5fa9" providerId="ADAL" clId="{AB5C2801-F569-45C9-97FD-24DE09A0B268}" dt="2026-07-27T04:18:28.163" v="24" actId="14100"/>
          <ac:picMkLst>
            <pc:docMk/>
            <pc:sldMk cId="4199194866" sldId="289"/>
            <ac:picMk id="6" creationId="{E41B569C-278A-7BE7-E2D9-A91FC6C5FB75}"/>
          </ac:picMkLst>
        </pc:picChg>
      </pc:sldChg>
      <pc:sldChg chg="addSp mod">
        <pc:chgData name="Maryam Shahabi Lotfabadi" userId="a5635b2d-0737-48a5-9baf-943e68bf5fa9" providerId="ADAL" clId="{AB5C2801-F569-45C9-97FD-24DE09A0B268}" dt="2026-07-27T04:18:36.137" v="25" actId="22"/>
        <pc:sldMkLst>
          <pc:docMk/>
          <pc:sldMk cId="2600035533" sldId="290"/>
        </pc:sldMkLst>
        <pc:picChg chg="add">
          <ac:chgData name="Maryam Shahabi Lotfabadi" userId="a5635b2d-0737-48a5-9baf-943e68bf5fa9" providerId="ADAL" clId="{AB5C2801-F569-45C9-97FD-24DE09A0B268}" dt="2026-07-27T04:18:36.137" v="25" actId="22"/>
          <ac:picMkLst>
            <pc:docMk/>
            <pc:sldMk cId="2600035533" sldId="290"/>
            <ac:picMk id="4" creationId="{A5354535-BEA3-27FB-967D-13718E8D0FD9}"/>
          </ac:picMkLst>
        </pc:picChg>
      </pc:sldChg>
      <pc:sldChg chg="addSp mod">
        <pc:chgData name="Maryam Shahabi Lotfabadi" userId="a5635b2d-0737-48a5-9baf-943e68bf5fa9" providerId="ADAL" clId="{AB5C2801-F569-45C9-97FD-24DE09A0B268}" dt="2026-07-27T04:18:40.994" v="26" actId="22"/>
        <pc:sldMkLst>
          <pc:docMk/>
          <pc:sldMk cId="4238115178" sldId="292"/>
        </pc:sldMkLst>
        <pc:picChg chg="add">
          <ac:chgData name="Maryam Shahabi Lotfabadi" userId="a5635b2d-0737-48a5-9baf-943e68bf5fa9" providerId="ADAL" clId="{AB5C2801-F569-45C9-97FD-24DE09A0B268}" dt="2026-07-27T04:18:40.994" v="26" actId="22"/>
          <ac:picMkLst>
            <pc:docMk/>
            <pc:sldMk cId="4238115178" sldId="292"/>
            <ac:picMk id="4" creationId="{43DC6A6A-54C4-5B1C-56D3-A20C17B0E746}"/>
          </ac:picMkLst>
        </pc:picChg>
      </pc:sldChg>
      <pc:sldChg chg="addSp modSp mod">
        <pc:chgData name="Maryam Shahabi Lotfabadi" userId="a5635b2d-0737-48a5-9baf-943e68bf5fa9" providerId="ADAL" clId="{AB5C2801-F569-45C9-97FD-24DE09A0B268}" dt="2026-07-27T04:20:13.583" v="36" actId="1076"/>
        <pc:sldMkLst>
          <pc:docMk/>
          <pc:sldMk cId="1929298763" sldId="293"/>
        </pc:sldMkLst>
        <pc:picChg chg="add mod">
          <ac:chgData name="Maryam Shahabi Lotfabadi" userId="a5635b2d-0737-48a5-9baf-943e68bf5fa9" providerId="ADAL" clId="{AB5C2801-F569-45C9-97FD-24DE09A0B268}" dt="2026-07-27T04:20:13.583" v="36" actId="1076"/>
          <ac:picMkLst>
            <pc:docMk/>
            <pc:sldMk cId="1929298763" sldId="293"/>
            <ac:picMk id="5" creationId="{5D5D71C9-C33A-037B-0F3E-370921BFC474}"/>
          </ac:picMkLst>
        </pc:picChg>
      </pc:sldChg>
      <pc:sldChg chg="addSp modSp new mod">
        <pc:chgData name="Maryam Shahabi Lotfabadi" userId="a5635b2d-0737-48a5-9baf-943e68bf5fa9" providerId="ADAL" clId="{AB5C2801-F569-45C9-97FD-24DE09A0B268}" dt="2026-07-27T04:20:18.761" v="37" actId="22"/>
        <pc:sldMkLst>
          <pc:docMk/>
          <pc:sldMk cId="1074612921" sldId="294"/>
        </pc:sldMkLst>
        <pc:spChg chg="mod">
          <ac:chgData name="Maryam Shahabi Lotfabadi" userId="a5635b2d-0737-48a5-9baf-943e68bf5fa9" providerId="ADAL" clId="{AB5C2801-F569-45C9-97FD-24DE09A0B268}" dt="2026-07-27T04:15:53.374" v="3" actId="12"/>
          <ac:spMkLst>
            <pc:docMk/>
            <pc:sldMk cId="1074612921" sldId="294"/>
            <ac:spMk id="2" creationId="{03A3149C-C5B4-CABC-89A4-E9FCDA3C0273}"/>
          </ac:spMkLst>
        </pc:spChg>
        <pc:picChg chg="add">
          <ac:chgData name="Maryam Shahabi Lotfabadi" userId="a5635b2d-0737-48a5-9baf-943e68bf5fa9" providerId="ADAL" clId="{AB5C2801-F569-45C9-97FD-24DE09A0B268}" dt="2026-07-27T04:20:18.761" v="37" actId="22"/>
          <ac:picMkLst>
            <pc:docMk/>
            <pc:sldMk cId="1074612921" sldId="294"/>
            <ac:picMk id="4" creationId="{CB71D51D-D8E2-246D-7127-8055042E8968}"/>
          </ac:picMkLst>
        </pc:picChg>
      </pc:sldChg>
      <pc:sldChg chg="addSp delSp modSp new mod">
        <pc:chgData name="Maryam Shahabi Lotfabadi" userId="a5635b2d-0737-48a5-9baf-943e68bf5fa9" providerId="ADAL" clId="{AB5C2801-F569-45C9-97FD-24DE09A0B268}" dt="2026-07-27T04:36:16.021" v="523" actId="20577"/>
        <pc:sldMkLst>
          <pc:docMk/>
          <pc:sldMk cId="3827558099" sldId="296"/>
        </pc:sldMkLst>
        <pc:graphicFrameChg chg="add mod ord modGraphic">
          <ac:chgData name="Maryam Shahabi Lotfabadi" userId="a5635b2d-0737-48a5-9baf-943e68bf5fa9" providerId="ADAL" clId="{AB5C2801-F569-45C9-97FD-24DE09A0B268}" dt="2026-07-27T04:36:16.021" v="523" actId="20577"/>
          <ac:graphicFrameMkLst>
            <pc:docMk/>
            <pc:sldMk cId="3827558099" sldId="296"/>
            <ac:graphicFrameMk id="3" creationId="{2272E8A0-774B-C1B6-104D-0BC389BDEB9F}"/>
          </ac:graphicFrameMkLst>
        </pc:graphicFrameChg>
        <pc:picChg chg="add mod">
          <ac:chgData name="Maryam Shahabi Lotfabadi" userId="a5635b2d-0737-48a5-9baf-943e68bf5fa9" providerId="ADAL" clId="{AB5C2801-F569-45C9-97FD-24DE09A0B268}" dt="2026-07-27T04:35:10.250" v="480" actId="1076"/>
          <ac:picMkLst>
            <pc:docMk/>
            <pc:sldMk cId="3827558099" sldId="296"/>
            <ac:picMk id="5" creationId="{76423521-9B71-2A44-4C1A-B9604E630215}"/>
          </ac:picMkLst>
        </pc:picChg>
        <pc:picChg chg="add mod">
          <ac:chgData name="Maryam Shahabi Lotfabadi" userId="a5635b2d-0737-48a5-9baf-943e68bf5fa9" providerId="ADAL" clId="{AB5C2801-F569-45C9-97FD-24DE09A0B268}" dt="2026-07-27T04:34:38.773" v="465" actId="14100"/>
          <ac:picMkLst>
            <pc:docMk/>
            <pc:sldMk cId="3827558099" sldId="296"/>
            <ac:picMk id="7" creationId="{6E5C97D8-5A81-8CE6-158F-ED9CA4F087B3}"/>
          </ac:picMkLst>
        </pc:picChg>
      </pc:sldChg>
      <pc:sldChg chg="modSp new mod">
        <pc:chgData name="Maryam Shahabi Lotfabadi" userId="a5635b2d-0737-48a5-9baf-943e68bf5fa9" providerId="ADAL" clId="{AB5C2801-F569-45C9-97FD-24DE09A0B268}" dt="2026-07-27T04:37:00.807" v="528" actId="12"/>
        <pc:sldMkLst>
          <pc:docMk/>
          <pc:sldMk cId="440072457" sldId="297"/>
        </pc:sldMkLst>
        <pc:spChg chg="mod">
          <ac:chgData name="Maryam Shahabi Lotfabadi" userId="a5635b2d-0737-48a5-9baf-943e68bf5fa9" providerId="ADAL" clId="{AB5C2801-F569-45C9-97FD-24DE09A0B268}" dt="2026-07-27T04:37:00.807" v="528" actId="12"/>
          <ac:spMkLst>
            <pc:docMk/>
            <pc:sldMk cId="440072457" sldId="297"/>
            <ac:spMk id="2" creationId="{A6C239F5-928A-8CE2-F858-570190C59ED9}"/>
          </ac:spMkLst>
        </pc:spChg>
      </pc:sldChg>
      <pc:sldChg chg="modSp new mod">
        <pc:chgData name="Maryam Shahabi Lotfabadi" userId="a5635b2d-0737-48a5-9baf-943e68bf5fa9" providerId="ADAL" clId="{AB5C2801-F569-45C9-97FD-24DE09A0B268}" dt="2026-07-27T04:53:39.910" v="675" actId="6549"/>
        <pc:sldMkLst>
          <pc:docMk/>
          <pc:sldMk cId="1437069126" sldId="298"/>
        </pc:sldMkLst>
        <pc:spChg chg="mod">
          <ac:chgData name="Maryam Shahabi Lotfabadi" userId="a5635b2d-0737-48a5-9baf-943e68bf5fa9" providerId="ADAL" clId="{AB5C2801-F569-45C9-97FD-24DE09A0B268}" dt="2026-07-27T04:53:39.910" v="675" actId="6549"/>
          <ac:spMkLst>
            <pc:docMk/>
            <pc:sldMk cId="1437069126" sldId="298"/>
            <ac:spMk id="2" creationId="{61AC87F6-C76F-0A59-ABB2-771F08E9C86A}"/>
          </ac:spMkLst>
        </pc:spChg>
      </pc:sldChg>
    </pc:docChg>
  </pc:docChgLst>
  <pc:docChgLst>
    <pc:chgData name="Maryam Shahabi Lotfabadi" userId="S::maryam.shahabilotfabadi@nmtafe.wa.edu.au::a5635b2d-0737-48a5-9baf-943e68bf5fa9" providerId="AD" clId="Web-{52F91785-E37E-8FB2-84FB-2DE773EF7FA3}"/>
    <pc:docChg chg="addSld modSld">
      <pc:chgData name="Maryam Shahabi Lotfabadi" userId="S::maryam.shahabilotfabadi@nmtafe.wa.edu.au::a5635b2d-0737-48a5-9baf-943e68bf5fa9" providerId="AD" clId="Web-{52F91785-E37E-8FB2-84FB-2DE773EF7FA3}" dt="2026-08-05T02:55:13.770" v="136" actId="20577"/>
      <pc:docMkLst>
        <pc:docMk/>
      </pc:docMkLst>
      <pc:sldChg chg="modSp">
        <pc:chgData name="Maryam Shahabi Lotfabadi" userId="S::maryam.shahabilotfabadi@nmtafe.wa.edu.au::a5635b2d-0737-48a5-9baf-943e68bf5fa9" providerId="AD" clId="Web-{52F91785-E37E-8FB2-84FB-2DE773EF7FA3}" dt="2026-08-05T02:55:13.770" v="136" actId="20577"/>
        <pc:sldMkLst>
          <pc:docMk/>
          <pc:sldMk cId="1437069126" sldId="298"/>
        </pc:sldMkLst>
        <pc:spChg chg="mod">
          <ac:chgData name="Maryam Shahabi Lotfabadi" userId="S::maryam.shahabilotfabadi@nmtafe.wa.edu.au::a5635b2d-0737-48a5-9baf-943e68bf5fa9" providerId="AD" clId="Web-{52F91785-E37E-8FB2-84FB-2DE773EF7FA3}" dt="2026-08-05T02:55:13.770" v="136" actId="20577"/>
          <ac:spMkLst>
            <pc:docMk/>
            <pc:sldMk cId="1437069126" sldId="298"/>
            <ac:spMk id="2" creationId="{61AC87F6-C76F-0A59-ABB2-771F08E9C86A}"/>
          </ac:spMkLst>
        </pc:spChg>
      </pc:sldChg>
      <pc:sldChg chg="modSp add modNotes">
        <pc:chgData name="Maryam Shahabi Lotfabadi" userId="S::maryam.shahabilotfabadi@nmtafe.wa.edu.au::a5635b2d-0737-48a5-9baf-943e68bf5fa9" providerId="AD" clId="Web-{52F91785-E37E-8FB2-84FB-2DE773EF7FA3}" dt="2026-08-05T02:54:39.986" v="109" actId="20577"/>
        <pc:sldMkLst>
          <pc:docMk/>
          <pc:sldMk cId="3044590034" sldId="299"/>
        </pc:sldMkLst>
        <pc:spChg chg="mod">
          <ac:chgData name="Maryam Shahabi Lotfabadi" userId="S::maryam.shahabilotfabadi@nmtafe.wa.edu.au::a5635b2d-0737-48a5-9baf-943e68bf5fa9" providerId="AD" clId="Web-{52F91785-E37E-8FB2-84FB-2DE773EF7FA3}" dt="2026-08-05T02:54:39.986" v="109" actId="20577"/>
          <ac:spMkLst>
            <pc:docMk/>
            <pc:sldMk cId="3044590034" sldId="299"/>
            <ac:spMk id="2" creationId="{61AC87F6-C76F-0A59-ABB2-771F08E9C86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FB4C581-699F-44AB-BA48-AF4D7A148812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4C42DE4-5B1B-4ED3-81E6-E96018D98C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608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Fjz1AGKA4c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42DE4-5B1B-4ED3-81E6-E96018D98C5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9268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Ref: </a:t>
            </a:r>
            <a:r>
              <a:rPr lang="en-US" dirty="0">
                <a:hlinkClick r:id="rId3"/>
              </a:rPr>
              <a:t>How to use Git and GitHub in VS Code | Tutorial for beginners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42DE4-5B1B-4ED3-81E6-E96018D98C57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4667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86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ircular design with a circle in the middle&#10;&#10;AI-generated content may be incorrect.">
            <a:extLst>
              <a:ext uri="{FF2B5EF4-FFF2-40B4-BE49-F238E27FC236}">
                <a16:creationId xmlns:a16="http://schemas.microsoft.com/office/drawing/2014/main" id="{4871FC25-B4EC-F1C1-20F8-B3B90C39B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35" b="40675"/>
          <a:stretch>
            <a:fillRect/>
          </a:stretch>
        </p:blipFill>
        <p:spPr>
          <a:xfrm>
            <a:off x="6343650" y="2070453"/>
            <a:ext cx="5848350" cy="4787547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97C81C0-3100-586C-A80C-018E79548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3473" y="2478176"/>
            <a:ext cx="5737338" cy="1375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A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BCD3A2-C044-7D8E-5191-D54683BBCB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3473" y="3964101"/>
            <a:ext cx="5352527" cy="1260475"/>
          </a:xfrm>
          <a:prstGeom prst="rect">
            <a:avLst/>
          </a:prstGeom>
        </p:spPr>
        <p:txBody>
          <a:bodyPr/>
          <a:lstStyle>
            <a:lvl1pPr>
              <a:buNone/>
              <a:defRPr sz="3200">
                <a:solidFill>
                  <a:schemeClr val="bg2"/>
                </a:solidFill>
              </a:defRPr>
            </a:lvl1pPr>
            <a:lvl2pPr>
              <a:buNone/>
              <a:defRPr sz="3200"/>
            </a:lvl2pPr>
          </a:lstStyle>
          <a:p>
            <a:pPr lvl="0"/>
            <a:r>
              <a:rPr lang="en-US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96065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73E0022-65E6-B273-0198-229A815A5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5012" y="3599185"/>
            <a:ext cx="5336988" cy="325881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66FDC8-B058-4BB1-DCA4-E940DBF22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0323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973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416EA71-DA94-273A-98A4-FFEC93C3C7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45755" y="2767105"/>
            <a:ext cx="4246245" cy="409089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C7027D-85BC-BB9A-EA28-7FCDC33E6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0323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0291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2BF740C-E3ED-22DD-7D34-88E755AC9C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2634" y="3942926"/>
            <a:ext cx="8289365" cy="2915074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C06842E-6C52-9C32-55E3-BC047DCAE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0323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774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il with D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838FC78-5C31-57B5-91D5-7A9D3B1CB6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4485" y="3784197"/>
            <a:ext cx="8357132" cy="307380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397028-472E-674D-E2A6-9E10F16F0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0323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201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 Trail">
    <p:bg>
      <p:bgPr>
        <a:solidFill>
          <a:srgbClr val="414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design on a black background&#10;&#10;AI-generated content may be incorrect.">
            <a:extLst>
              <a:ext uri="{FF2B5EF4-FFF2-40B4-BE49-F238E27FC236}">
                <a16:creationId xmlns:a16="http://schemas.microsoft.com/office/drawing/2014/main" id="{B4D2BB9E-FE69-703A-DFA8-644B99F317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43857">
            <a:off x="1879600" y="3597629"/>
            <a:ext cx="12915900" cy="694818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7AB029-501C-524C-6428-E7F598F8A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0323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68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 Trail 2">
    <p:bg>
      <p:bgPr>
        <a:solidFill>
          <a:srgbClr val="414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design on a black background&#10;&#10;AI-generated content may be incorrect.">
            <a:extLst>
              <a:ext uri="{FF2B5EF4-FFF2-40B4-BE49-F238E27FC236}">
                <a16:creationId xmlns:a16="http://schemas.microsoft.com/office/drawing/2014/main" id="{9F83834D-9256-E9EF-F77F-49C4A2316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52" b="7000"/>
          <a:stretch>
            <a:fillRect/>
          </a:stretch>
        </p:blipFill>
        <p:spPr>
          <a:xfrm>
            <a:off x="4088891" y="480060"/>
            <a:ext cx="8103109" cy="637794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4C88CB-C661-FB6A-CF69-3A722AACF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617982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406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rgbClr val="414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9CBE1EC-438C-F10C-0174-1ABA126567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08093" y="784138"/>
            <a:ext cx="4609620" cy="5589467"/>
          </a:xfrm>
          <a:custGeom>
            <a:avLst/>
            <a:gdLst>
              <a:gd name="connsiteX0" fmla="*/ 0 w 4643627"/>
              <a:gd name="connsiteY0" fmla="*/ 2494438 h 4988875"/>
              <a:gd name="connsiteX1" fmla="*/ 2321814 w 4643627"/>
              <a:gd name="connsiteY1" fmla="*/ 0 h 4988875"/>
              <a:gd name="connsiteX2" fmla="*/ 4643628 w 4643627"/>
              <a:gd name="connsiteY2" fmla="*/ 2494438 h 4988875"/>
              <a:gd name="connsiteX3" fmla="*/ 2321814 w 4643627"/>
              <a:gd name="connsiteY3" fmla="*/ 4988876 h 4988875"/>
              <a:gd name="connsiteX4" fmla="*/ 0 w 4643627"/>
              <a:gd name="connsiteY4" fmla="*/ 2494438 h 4988875"/>
              <a:gd name="connsiteX0" fmla="*/ 41 w 4643669"/>
              <a:gd name="connsiteY0" fmla="*/ 3020218 h 5514656"/>
              <a:gd name="connsiteX1" fmla="*/ 2367575 w 4643669"/>
              <a:gd name="connsiteY1" fmla="*/ 0 h 5514656"/>
              <a:gd name="connsiteX2" fmla="*/ 4643669 w 4643669"/>
              <a:gd name="connsiteY2" fmla="*/ 3020218 h 5514656"/>
              <a:gd name="connsiteX3" fmla="*/ 2321855 w 4643669"/>
              <a:gd name="connsiteY3" fmla="*/ 5514656 h 5514656"/>
              <a:gd name="connsiteX4" fmla="*/ 41 w 4643669"/>
              <a:gd name="connsiteY4" fmla="*/ 3020218 h 5514656"/>
              <a:gd name="connsiteX0" fmla="*/ 467 w 4644095"/>
              <a:gd name="connsiteY0" fmla="*/ 3020218 h 5583236"/>
              <a:gd name="connsiteX1" fmla="*/ 2368001 w 4644095"/>
              <a:gd name="connsiteY1" fmla="*/ 0 h 5583236"/>
              <a:gd name="connsiteX2" fmla="*/ 4644095 w 4644095"/>
              <a:gd name="connsiteY2" fmla="*/ 3020218 h 5583236"/>
              <a:gd name="connsiteX3" fmla="*/ 2219411 w 4644095"/>
              <a:gd name="connsiteY3" fmla="*/ 5583236 h 5583236"/>
              <a:gd name="connsiteX4" fmla="*/ 467 w 4644095"/>
              <a:gd name="connsiteY4" fmla="*/ 3020218 h 5583236"/>
              <a:gd name="connsiteX0" fmla="*/ 304 w 4472482"/>
              <a:gd name="connsiteY0" fmla="*/ 3020346 h 5583609"/>
              <a:gd name="connsiteX1" fmla="*/ 2367838 w 4472482"/>
              <a:gd name="connsiteY1" fmla="*/ 128 h 5583609"/>
              <a:gd name="connsiteX2" fmla="*/ 4472482 w 4472482"/>
              <a:gd name="connsiteY2" fmla="*/ 3134646 h 5583609"/>
              <a:gd name="connsiteX3" fmla="*/ 2219248 w 4472482"/>
              <a:gd name="connsiteY3" fmla="*/ 5583364 h 5583609"/>
              <a:gd name="connsiteX4" fmla="*/ 304 w 4472482"/>
              <a:gd name="connsiteY4" fmla="*/ 3020346 h 5583609"/>
              <a:gd name="connsiteX0" fmla="*/ 282 w 4609620"/>
              <a:gd name="connsiteY0" fmla="*/ 2826907 h 5585934"/>
              <a:gd name="connsiteX1" fmla="*/ 2504976 w 4609620"/>
              <a:gd name="connsiteY1" fmla="*/ 999 h 5585934"/>
              <a:gd name="connsiteX2" fmla="*/ 4609620 w 4609620"/>
              <a:gd name="connsiteY2" fmla="*/ 3135517 h 5585934"/>
              <a:gd name="connsiteX3" fmla="*/ 2356386 w 4609620"/>
              <a:gd name="connsiteY3" fmla="*/ 5584235 h 5585934"/>
              <a:gd name="connsiteX4" fmla="*/ 282 w 4609620"/>
              <a:gd name="connsiteY4" fmla="*/ 2826907 h 5585934"/>
              <a:gd name="connsiteX0" fmla="*/ 282 w 4609620"/>
              <a:gd name="connsiteY0" fmla="*/ 2830440 h 5589467"/>
              <a:gd name="connsiteX1" fmla="*/ 2504976 w 4609620"/>
              <a:gd name="connsiteY1" fmla="*/ 4532 h 5589467"/>
              <a:gd name="connsiteX2" fmla="*/ 4609620 w 4609620"/>
              <a:gd name="connsiteY2" fmla="*/ 3139050 h 5589467"/>
              <a:gd name="connsiteX3" fmla="*/ 2356386 w 4609620"/>
              <a:gd name="connsiteY3" fmla="*/ 5587768 h 5589467"/>
              <a:gd name="connsiteX4" fmla="*/ 282 w 4609620"/>
              <a:gd name="connsiteY4" fmla="*/ 2830440 h 5589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9620" h="5589467">
                <a:moveTo>
                  <a:pt x="282" y="2830440"/>
                </a:moveTo>
                <a:cubicBezTo>
                  <a:pt x="25047" y="1899901"/>
                  <a:pt x="936653" y="113117"/>
                  <a:pt x="2504976" y="4532"/>
                </a:cubicBezTo>
                <a:cubicBezTo>
                  <a:pt x="4073299" y="-104053"/>
                  <a:pt x="4609620" y="1761410"/>
                  <a:pt x="4609620" y="3139050"/>
                </a:cubicBezTo>
                <a:cubicBezTo>
                  <a:pt x="4609620" y="4516690"/>
                  <a:pt x="3124609" y="5639203"/>
                  <a:pt x="2356386" y="5587768"/>
                </a:cubicBezTo>
                <a:cubicBezTo>
                  <a:pt x="1588163" y="5536333"/>
                  <a:pt x="-24483" y="3760979"/>
                  <a:pt x="282" y="2830440"/>
                </a:cubicBezTo>
                <a:close/>
              </a:path>
            </a:pathLst>
          </a:custGeom>
        </p:spPr>
        <p:txBody>
          <a:bodyPr/>
          <a:lstStyle/>
          <a:p>
            <a:endParaRPr lang="en-AU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EA6FFB0-CB58-9331-55B0-5E981856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617982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7B990652-8B16-84E3-5E72-EF2D4DC726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756104">
            <a:off x="7261902" y="1005903"/>
            <a:ext cx="4918782" cy="508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131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ircular design with a circle in the middle&#10;&#10;AI-generated content may be incorrect.">
            <a:extLst>
              <a:ext uri="{FF2B5EF4-FFF2-40B4-BE49-F238E27FC236}">
                <a16:creationId xmlns:a16="http://schemas.microsoft.com/office/drawing/2014/main" id="{4871FC25-B4EC-F1C1-20F8-B3B90C39B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35" b="40675"/>
          <a:stretch>
            <a:fillRect/>
          </a:stretch>
        </p:blipFill>
        <p:spPr>
          <a:xfrm>
            <a:off x="6343650" y="2070453"/>
            <a:ext cx="5848350" cy="4787547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97C81C0-3100-586C-A80C-018E79548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3473" y="2478176"/>
            <a:ext cx="5737338" cy="1375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A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BCD3A2-C044-7D8E-5191-D54683BBCB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3473" y="3964101"/>
            <a:ext cx="5352527" cy="1260475"/>
          </a:xfrm>
          <a:prstGeom prst="rect">
            <a:avLst/>
          </a:prstGeom>
        </p:spPr>
        <p:txBody>
          <a:bodyPr/>
          <a:lstStyle>
            <a:lvl1pPr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None/>
              <a:defRPr sz="3200"/>
            </a:lvl2pPr>
          </a:lstStyle>
          <a:p>
            <a:pPr lvl="0"/>
            <a:r>
              <a:rPr lang="en-US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888778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73E0022-65E6-B273-0198-229A815A5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5012" y="3599185"/>
            <a:ext cx="5336988" cy="325881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66FDC8-B058-4BB1-DCA4-E940DBF22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0323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666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416EA71-DA94-273A-98A4-FFEC93C3C7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45755" y="2767105"/>
            <a:ext cx="4246245" cy="409089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C7027D-85BC-BB9A-EA28-7FCDC33E6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0323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5360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2BF740C-E3ED-22DD-7D34-88E755AC9C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2634" y="3942926"/>
            <a:ext cx="8289365" cy="2915074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C06842E-6C52-9C32-55E3-BC047DCAE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0323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16748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il with D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838FC78-5C31-57B5-91D5-7A9D3B1CB6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4485" y="3784197"/>
            <a:ext cx="8357132" cy="307380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397028-472E-674D-E2A6-9E10F16F0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0323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470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 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design on a black background&#10;&#10;AI-generated content may be incorrect.">
            <a:extLst>
              <a:ext uri="{FF2B5EF4-FFF2-40B4-BE49-F238E27FC236}">
                <a16:creationId xmlns:a16="http://schemas.microsoft.com/office/drawing/2014/main" id="{B4D2BB9E-FE69-703A-DFA8-644B99F317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43857">
            <a:off x="1879600" y="3597629"/>
            <a:ext cx="12915900" cy="694818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7AB029-501C-524C-6428-E7F598F8A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0323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193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 Trai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design on a black background&#10;&#10;AI-generated content may be incorrect.">
            <a:extLst>
              <a:ext uri="{FF2B5EF4-FFF2-40B4-BE49-F238E27FC236}">
                <a16:creationId xmlns:a16="http://schemas.microsoft.com/office/drawing/2014/main" id="{9F83834D-9256-E9EF-F77F-49C4A2316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52" b="7000"/>
          <a:stretch>
            <a:fillRect/>
          </a:stretch>
        </p:blipFill>
        <p:spPr>
          <a:xfrm>
            <a:off x="4088891" y="480060"/>
            <a:ext cx="8103109" cy="637794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4C88CB-C661-FB6A-CF69-3A722AACF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617982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84244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9CBE1EC-438C-F10C-0174-1ABA126567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08093" y="784138"/>
            <a:ext cx="4609620" cy="5589467"/>
          </a:xfrm>
          <a:custGeom>
            <a:avLst/>
            <a:gdLst>
              <a:gd name="connsiteX0" fmla="*/ 0 w 4643627"/>
              <a:gd name="connsiteY0" fmla="*/ 2494438 h 4988875"/>
              <a:gd name="connsiteX1" fmla="*/ 2321814 w 4643627"/>
              <a:gd name="connsiteY1" fmla="*/ 0 h 4988875"/>
              <a:gd name="connsiteX2" fmla="*/ 4643628 w 4643627"/>
              <a:gd name="connsiteY2" fmla="*/ 2494438 h 4988875"/>
              <a:gd name="connsiteX3" fmla="*/ 2321814 w 4643627"/>
              <a:gd name="connsiteY3" fmla="*/ 4988876 h 4988875"/>
              <a:gd name="connsiteX4" fmla="*/ 0 w 4643627"/>
              <a:gd name="connsiteY4" fmla="*/ 2494438 h 4988875"/>
              <a:gd name="connsiteX0" fmla="*/ 41 w 4643669"/>
              <a:gd name="connsiteY0" fmla="*/ 3020218 h 5514656"/>
              <a:gd name="connsiteX1" fmla="*/ 2367575 w 4643669"/>
              <a:gd name="connsiteY1" fmla="*/ 0 h 5514656"/>
              <a:gd name="connsiteX2" fmla="*/ 4643669 w 4643669"/>
              <a:gd name="connsiteY2" fmla="*/ 3020218 h 5514656"/>
              <a:gd name="connsiteX3" fmla="*/ 2321855 w 4643669"/>
              <a:gd name="connsiteY3" fmla="*/ 5514656 h 5514656"/>
              <a:gd name="connsiteX4" fmla="*/ 41 w 4643669"/>
              <a:gd name="connsiteY4" fmla="*/ 3020218 h 5514656"/>
              <a:gd name="connsiteX0" fmla="*/ 467 w 4644095"/>
              <a:gd name="connsiteY0" fmla="*/ 3020218 h 5583236"/>
              <a:gd name="connsiteX1" fmla="*/ 2368001 w 4644095"/>
              <a:gd name="connsiteY1" fmla="*/ 0 h 5583236"/>
              <a:gd name="connsiteX2" fmla="*/ 4644095 w 4644095"/>
              <a:gd name="connsiteY2" fmla="*/ 3020218 h 5583236"/>
              <a:gd name="connsiteX3" fmla="*/ 2219411 w 4644095"/>
              <a:gd name="connsiteY3" fmla="*/ 5583236 h 5583236"/>
              <a:gd name="connsiteX4" fmla="*/ 467 w 4644095"/>
              <a:gd name="connsiteY4" fmla="*/ 3020218 h 5583236"/>
              <a:gd name="connsiteX0" fmla="*/ 304 w 4472482"/>
              <a:gd name="connsiteY0" fmla="*/ 3020346 h 5583609"/>
              <a:gd name="connsiteX1" fmla="*/ 2367838 w 4472482"/>
              <a:gd name="connsiteY1" fmla="*/ 128 h 5583609"/>
              <a:gd name="connsiteX2" fmla="*/ 4472482 w 4472482"/>
              <a:gd name="connsiteY2" fmla="*/ 3134646 h 5583609"/>
              <a:gd name="connsiteX3" fmla="*/ 2219248 w 4472482"/>
              <a:gd name="connsiteY3" fmla="*/ 5583364 h 5583609"/>
              <a:gd name="connsiteX4" fmla="*/ 304 w 4472482"/>
              <a:gd name="connsiteY4" fmla="*/ 3020346 h 5583609"/>
              <a:gd name="connsiteX0" fmla="*/ 282 w 4609620"/>
              <a:gd name="connsiteY0" fmla="*/ 2826907 h 5585934"/>
              <a:gd name="connsiteX1" fmla="*/ 2504976 w 4609620"/>
              <a:gd name="connsiteY1" fmla="*/ 999 h 5585934"/>
              <a:gd name="connsiteX2" fmla="*/ 4609620 w 4609620"/>
              <a:gd name="connsiteY2" fmla="*/ 3135517 h 5585934"/>
              <a:gd name="connsiteX3" fmla="*/ 2356386 w 4609620"/>
              <a:gd name="connsiteY3" fmla="*/ 5584235 h 5585934"/>
              <a:gd name="connsiteX4" fmla="*/ 282 w 4609620"/>
              <a:gd name="connsiteY4" fmla="*/ 2826907 h 5585934"/>
              <a:gd name="connsiteX0" fmla="*/ 282 w 4609620"/>
              <a:gd name="connsiteY0" fmla="*/ 2830440 h 5589467"/>
              <a:gd name="connsiteX1" fmla="*/ 2504976 w 4609620"/>
              <a:gd name="connsiteY1" fmla="*/ 4532 h 5589467"/>
              <a:gd name="connsiteX2" fmla="*/ 4609620 w 4609620"/>
              <a:gd name="connsiteY2" fmla="*/ 3139050 h 5589467"/>
              <a:gd name="connsiteX3" fmla="*/ 2356386 w 4609620"/>
              <a:gd name="connsiteY3" fmla="*/ 5587768 h 5589467"/>
              <a:gd name="connsiteX4" fmla="*/ 282 w 4609620"/>
              <a:gd name="connsiteY4" fmla="*/ 2830440 h 5589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9620" h="5589467">
                <a:moveTo>
                  <a:pt x="282" y="2830440"/>
                </a:moveTo>
                <a:cubicBezTo>
                  <a:pt x="25047" y="1899901"/>
                  <a:pt x="936653" y="113117"/>
                  <a:pt x="2504976" y="4532"/>
                </a:cubicBezTo>
                <a:cubicBezTo>
                  <a:pt x="4073299" y="-104053"/>
                  <a:pt x="4609620" y="1761410"/>
                  <a:pt x="4609620" y="3139050"/>
                </a:cubicBezTo>
                <a:cubicBezTo>
                  <a:pt x="4609620" y="4516690"/>
                  <a:pt x="3124609" y="5639203"/>
                  <a:pt x="2356386" y="5587768"/>
                </a:cubicBezTo>
                <a:cubicBezTo>
                  <a:pt x="1588163" y="5536333"/>
                  <a:pt x="-24483" y="3760979"/>
                  <a:pt x="282" y="2830440"/>
                </a:cubicBezTo>
                <a:close/>
              </a:path>
            </a:pathLst>
          </a:custGeom>
        </p:spPr>
        <p:txBody>
          <a:bodyPr/>
          <a:lstStyle/>
          <a:p>
            <a:endParaRPr lang="en-AU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EA6FFB0-CB58-9331-55B0-5E981856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6179820" cy="4576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7B990652-8B16-84E3-5E72-EF2D4DC726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756104">
            <a:off x="7261902" y="1005903"/>
            <a:ext cx="4918782" cy="508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698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14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55FB81-9C1B-981E-DAB2-9D2D28727FB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6A4F9-B7CE-54F6-F03D-30537F77FF4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560A6D22-8E92-1BA7-F0B2-B36FA7DC29E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00" y="324000"/>
            <a:ext cx="2731014" cy="78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8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43" r:id="rId2"/>
    <p:sldLayoutId id="2147483838" r:id="rId3"/>
    <p:sldLayoutId id="2147483839" r:id="rId4"/>
    <p:sldLayoutId id="2147483833" r:id="rId5"/>
    <p:sldLayoutId id="2147483840" r:id="rId6"/>
    <p:sldLayoutId id="2147483825" r:id="rId7"/>
    <p:sldLayoutId id="2147483828" r:id="rId8"/>
    <p:sldLayoutId id="214748384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55FB81-9C1B-981E-DAB2-9D2D28727FB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6A4F9-B7CE-54F6-F03D-30537F77FF4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3" name="Picture 2" descr="A red and black logo&#10;&#10;AI-generated content may be incorrect.">
            <a:extLst>
              <a:ext uri="{FF2B5EF4-FFF2-40B4-BE49-F238E27FC236}">
                <a16:creationId xmlns:a16="http://schemas.microsoft.com/office/drawing/2014/main" id="{CE67FFD4-646C-AEF1-9B5E-CB49D7510A0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00" y="324000"/>
            <a:ext cx="2732705" cy="77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1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youtube.com/watch?v=wDRoduig_98&amp;list=PLUaB-1hjhk8GkHlfKaCJZsF-JFOqkpS29&amp;index=2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6324B6F-3DAC-DE61-A77C-7C0CBF7CD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Introduction to Git &amp; GitHub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C958B-637E-D672-14C5-245BAD735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968" y="4236817"/>
            <a:ext cx="3139370" cy="176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50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EED646-4C7C-C174-AF99-468BC0F37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>
                <a:solidFill>
                  <a:schemeClr val="tx1"/>
                </a:solidFill>
              </a:rPr>
              <a:t>What is Version Control?</a:t>
            </a:r>
          </a:p>
          <a:p>
            <a:r>
              <a:rPr lang="en-AU" b="1" dirty="0">
                <a:solidFill>
                  <a:schemeClr val="tx1"/>
                </a:solidFill>
              </a:rPr>
              <a:t>Definition</a:t>
            </a:r>
          </a:p>
          <a:p>
            <a:r>
              <a:rPr lang="en-AU" dirty="0">
                <a:solidFill>
                  <a:schemeClr val="tx1"/>
                </a:solidFill>
              </a:rPr>
              <a:t>Version Control is a system that helps you </a:t>
            </a:r>
            <a:r>
              <a:rPr lang="en-AU" b="1" dirty="0">
                <a:solidFill>
                  <a:schemeClr val="tx1"/>
                </a:solidFill>
              </a:rPr>
              <a:t>track changes</a:t>
            </a:r>
            <a:r>
              <a:rPr lang="en-AU" dirty="0">
                <a:solidFill>
                  <a:schemeClr val="tx1"/>
                </a:solidFill>
              </a:rPr>
              <a:t> in files over time.</a:t>
            </a:r>
          </a:p>
          <a:p>
            <a:r>
              <a:rPr lang="en-AU" b="1" dirty="0">
                <a:solidFill>
                  <a:schemeClr val="tx1"/>
                </a:solidFill>
              </a:rPr>
              <a:t>Why is it useful?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Saves different versions of your work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Lets you go back to an older version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Makes teamwork easier </a:t>
            </a:r>
          </a:p>
          <a:p>
            <a:endParaRPr lang="en-A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18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C50A86-5451-2270-3BF7-60DCC2143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>
                <a:solidFill>
                  <a:schemeClr val="tx1"/>
                </a:solidFill>
              </a:rPr>
              <a:t>Example</a:t>
            </a:r>
          </a:p>
          <a:p>
            <a:r>
              <a:rPr lang="en-AU" dirty="0">
                <a:solidFill>
                  <a:schemeClr val="tx1"/>
                </a:solidFill>
              </a:rPr>
              <a:t>Think of writing an assignment:</a:t>
            </a:r>
          </a:p>
          <a:p>
            <a:r>
              <a:rPr lang="en-AU" dirty="0">
                <a:solidFill>
                  <a:schemeClr val="tx1"/>
                </a:solidFill>
              </a:rPr>
              <a:t>Assignment_v1.docx </a:t>
            </a:r>
          </a:p>
          <a:p>
            <a:r>
              <a:rPr lang="en-AU" dirty="0">
                <a:solidFill>
                  <a:schemeClr val="tx1"/>
                </a:solidFill>
              </a:rPr>
              <a:t>Assignment_v2.docx </a:t>
            </a:r>
          </a:p>
          <a:p>
            <a:r>
              <a:rPr lang="en-AU" dirty="0">
                <a:solidFill>
                  <a:schemeClr val="tx1"/>
                </a:solidFill>
              </a:rPr>
              <a:t>Assignment_Final.docx </a:t>
            </a:r>
          </a:p>
          <a:p>
            <a:r>
              <a:rPr lang="en-AU" dirty="0">
                <a:solidFill>
                  <a:schemeClr val="tx1"/>
                </a:solidFill>
              </a:rPr>
              <a:t>Assignment_Final_Updated.docx </a:t>
            </a:r>
          </a:p>
          <a:p>
            <a:r>
              <a:rPr lang="en-AU" dirty="0">
                <a:solidFill>
                  <a:schemeClr val="tx1"/>
                </a:solidFill>
              </a:rPr>
              <a:t>Version control manages these versions automatically.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392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D37ACD-FCA3-5E04-0493-1E3540D22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>
                <a:solidFill>
                  <a:schemeClr val="tx1"/>
                </a:solidFill>
              </a:rPr>
              <a:t>Why Do We Need Version Control?</a:t>
            </a:r>
          </a:p>
          <a:p>
            <a:r>
              <a:rPr lang="en-AU" dirty="0">
                <a:solidFill>
                  <a:schemeClr val="tx1"/>
                </a:solidFill>
              </a:rPr>
              <a:t>Without Version Control: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Files get confusing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Easy to lose 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Difficult to work with others</a:t>
            </a:r>
          </a:p>
          <a:p>
            <a:r>
              <a:rPr lang="en-AU" dirty="0">
                <a:solidFill>
                  <a:schemeClr val="tx1"/>
                </a:solidFill>
              </a:rPr>
              <a:t>With Version Control: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Track every change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Restore previous versions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Multiple people can work together</a:t>
            </a:r>
          </a:p>
          <a:p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777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3AC1F7-E004-1239-A34C-224B34C31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03230" cy="4961021"/>
          </a:xfrm>
        </p:spPr>
        <p:txBody>
          <a:bodyPr/>
          <a:lstStyle/>
          <a:p>
            <a:r>
              <a:rPr lang="en-AU" b="1" dirty="0">
                <a:solidFill>
                  <a:schemeClr val="tx1"/>
                </a:solidFill>
              </a:rPr>
              <a:t>What is Git?</a:t>
            </a:r>
          </a:p>
          <a:p>
            <a:r>
              <a:rPr lang="en-AU" b="1" dirty="0">
                <a:solidFill>
                  <a:schemeClr val="tx1"/>
                </a:solidFill>
              </a:rPr>
              <a:t>Definition</a:t>
            </a:r>
          </a:p>
          <a:p>
            <a:r>
              <a:rPr lang="en-AU" dirty="0">
                <a:solidFill>
                  <a:schemeClr val="tx1"/>
                </a:solidFill>
              </a:rPr>
              <a:t>Git is a Version Control System.</a:t>
            </a:r>
          </a:p>
          <a:p>
            <a:r>
              <a:rPr lang="en-AU" dirty="0">
                <a:solidFill>
                  <a:schemeClr val="tx1"/>
                </a:solidFill>
              </a:rPr>
              <a:t>It records changes in your project and keeps a history of those changes.</a:t>
            </a:r>
          </a:p>
          <a:p>
            <a:r>
              <a:rPr lang="en-AU" b="1" dirty="0">
                <a:solidFill>
                  <a:schemeClr val="tx1"/>
                </a:solidFill>
              </a:rPr>
              <a:t>Git helps you: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Save project history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Compare changes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Restore old versions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Work with a team</a:t>
            </a:r>
          </a:p>
          <a:p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41B569C-278A-7BE7-E2D9-A91FC6C5FB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0494" y="296779"/>
            <a:ext cx="2125579" cy="212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9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EDD89F-71DB-2807-2383-AE399BFF5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>
                <a:solidFill>
                  <a:schemeClr val="tx1"/>
                </a:solidFill>
              </a:rPr>
              <a:t>Why Use Git?</a:t>
            </a:r>
          </a:p>
          <a:p>
            <a:r>
              <a:rPr lang="en-AU" dirty="0">
                <a:solidFill>
                  <a:schemeClr val="tx1"/>
                </a:solidFill>
              </a:rPr>
              <a:t>Benefits of Git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Easy to track changes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Backup project history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Undo mistakes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Work with teammates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Fast and free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Used by software developers worldwide</a:t>
            </a:r>
          </a:p>
          <a:p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5354535-BEA3-27FB-967D-13718E8D0F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0494" y="296779"/>
            <a:ext cx="2125579" cy="212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35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619152-DA02-2611-8711-A4B877EAA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>
                <a:solidFill>
                  <a:schemeClr val="tx1"/>
                </a:solidFill>
              </a:rPr>
              <a:t>Example of Git</a:t>
            </a:r>
          </a:p>
          <a:p>
            <a:r>
              <a:rPr lang="en-AU" dirty="0">
                <a:solidFill>
                  <a:schemeClr val="tx1"/>
                </a:solidFill>
              </a:rPr>
              <a:t>Imagine you are building a website.</a:t>
            </a:r>
          </a:p>
          <a:p>
            <a:r>
              <a:rPr lang="en-AU" dirty="0">
                <a:solidFill>
                  <a:schemeClr val="tx1"/>
                </a:solidFill>
              </a:rPr>
              <a:t>Day 1:</a:t>
            </a:r>
          </a:p>
          <a:p>
            <a:r>
              <a:rPr lang="en-AU" dirty="0">
                <a:solidFill>
                  <a:schemeClr val="tx1"/>
                </a:solidFill>
              </a:rPr>
              <a:t>Home page created </a:t>
            </a:r>
          </a:p>
          <a:p>
            <a:r>
              <a:rPr lang="en-AU" dirty="0">
                <a:solidFill>
                  <a:schemeClr val="tx1"/>
                </a:solidFill>
              </a:rPr>
              <a:t>Day 2:</a:t>
            </a:r>
          </a:p>
          <a:p>
            <a:r>
              <a:rPr lang="en-AU" dirty="0">
                <a:solidFill>
                  <a:schemeClr val="tx1"/>
                </a:solidFill>
              </a:rPr>
              <a:t>Added About page </a:t>
            </a:r>
          </a:p>
          <a:p>
            <a:r>
              <a:rPr lang="en-AU" dirty="0">
                <a:solidFill>
                  <a:schemeClr val="tx1"/>
                </a:solidFill>
              </a:rPr>
              <a:t>Day 3:</a:t>
            </a:r>
          </a:p>
          <a:p>
            <a:r>
              <a:rPr lang="en-AU" dirty="0">
                <a:solidFill>
                  <a:schemeClr val="tx1"/>
                </a:solidFill>
              </a:rPr>
              <a:t>Accidentally deleted Home page </a:t>
            </a:r>
          </a:p>
          <a:p>
            <a:r>
              <a:rPr lang="en-AU" dirty="0">
                <a:solidFill>
                  <a:schemeClr val="tx1"/>
                </a:solidFill>
              </a:rPr>
              <a:t>With Git: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 Restore the previous version easily.</a:t>
            </a:r>
          </a:p>
          <a:p>
            <a:endParaRPr lang="en-AU" dirty="0">
              <a:solidFill>
                <a:schemeClr val="tx1"/>
              </a:solidFill>
            </a:endParaRPr>
          </a:p>
          <a:p>
            <a:endParaRPr lang="en-AU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DC6A6A-54C4-5B1C-56D3-A20C17B0E7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0494" y="296779"/>
            <a:ext cx="2125579" cy="212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115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4FD1F-E304-40FD-3EA3-93C7AE28E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>
                <a:solidFill>
                  <a:schemeClr val="tx1"/>
                </a:solidFill>
              </a:rPr>
              <a:t>What is GitHub?</a:t>
            </a:r>
          </a:p>
          <a:p>
            <a:r>
              <a:rPr lang="en-AU" b="1" dirty="0">
                <a:solidFill>
                  <a:schemeClr val="tx1"/>
                </a:solidFill>
              </a:rPr>
              <a:t>Definition</a:t>
            </a:r>
          </a:p>
          <a:p>
            <a:r>
              <a:rPr lang="en-AU" dirty="0">
                <a:solidFill>
                  <a:schemeClr val="tx1"/>
                </a:solidFill>
              </a:rPr>
              <a:t>GitHub is a </a:t>
            </a:r>
            <a:r>
              <a:rPr lang="en-AU" b="1" dirty="0">
                <a:solidFill>
                  <a:schemeClr val="tx1"/>
                </a:solidFill>
              </a:rPr>
              <a:t>cloud platform</a:t>
            </a:r>
            <a:r>
              <a:rPr lang="en-AU" dirty="0">
                <a:solidFill>
                  <a:schemeClr val="tx1"/>
                </a:solidFill>
              </a:rPr>
              <a:t> that stores Git repositories online.</a:t>
            </a:r>
          </a:p>
          <a:p>
            <a:r>
              <a:rPr lang="en-AU" dirty="0">
                <a:solidFill>
                  <a:schemeClr val="tx1"/>
                </a:solidFill>
              </a:rPr>
              <a:t>It lets developers: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Store projects online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Share code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Work together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Backup projects </a:t>
            </a:r>
          </a:p>
          <a:p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5C5C4-1F9D-E5DB-6D07-BCBB904747D2}"/>
              </a:ext>
            </a:extLst>
          </p:cNvPr>
          <p:cNvSpPr/>
          <p:nvPr/>
        </p:nvSpPr>
        <p:spPr>
          <a:xfrm>
            <a:off x="5534527" y="3429000"/>
            <a:ext cx="6481010" cy="215365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800" dirty="0">
                <a:solidFill>
                  <a:schemeClr val="tx1"/>
                </a:solidFill>
              </a:rPr>
              <a:t>Simple idea:</a:t>
            </a:r>
          </a:p>
          <a:p>
            <a:r>
              <a:rPr lang="en-AU" sz="2800" dirty="0">
                <a:solidFill>
                  <a:schemeClr val="tx1"/>
                </a:solidFill>
              </a:rPr>
              <a:t>Git = Tool</a:t>
            </a:r>
          </a:p>
          <a:p>
            <a:r>
              <a:rPr lang="en-AU" sz="2800" dirty="0">
                <a:solidFill>
                  <a:schemeClr val="tx1"/>
                </a:solidFill>
              </a:rPr>
              <a:t>GitHub = Website that stores Git projects</a:t>
            </a:r>
          </a:p>
          <a:p>
            <a:pPr algn="ctr"/>
            <a:endParaRPr lang="en-AU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D71C9-C33A-037B-0F3E-370921BFC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178" y="150396"/>
            <a:ext cx="3561347" cy="200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98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A3149C-C5B4-CABC-89A4-E9FCDA3C0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>
                <a:solidFill>
                  <a:schemeClr val="tx1"/>
                </a:solidFill>
              </a:rPr>
              <a:t>Role of GitHub in Version Control</a:t>
            </a:r>
          </a:p>
          <a:p>
            <a:r>
              <a:rPr lang="en-AU" dirty="0">
                <a:solidFill>
                  <a:schemeClr val="tx1"/>
                </a:solidFill>
              </a:rPr>
              <a:t>GitHub helps 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Storing Git repositories online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Sharing projects with others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Team collaboration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Reviewing code changes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Backup and access from anywhere</a:t>
            </a:r>
          </a:p>
          <a:p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1D51D-D8E2-246D-7127-8055042E8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178" y="150396"/>
            <a:ext cx="3561347" cy="200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12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272E8A0-774B-C1B6-104D-0BC389BDEB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075260"/>
              </p:ext>
            </p:extLst>
          </p:nvPr>
        </p:nvGraphicFramePr>
        <p:xfrm>
          <a:off x="1848853" y="1595256"/>
          <a:ext cx="6180138" cy="4490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90069">
                  <a:extLst>
                    <a:ext uri="{9D8B030D-6E8A-4147-A177-3AD203B41FA5}">
                      <a16:colId xmlns:a16="http://schemas.microsoft.com/office/drawing/2014/main" val="1146125330"/>
                    </a:ext>
                  </a:extLst>
                </a:gridCol>
                <a:gridCol w="3090069">
                  <a:extLst>
                    <a:ext uri="{9D8B030D-6E8A-4147-A177-3AD203B41FA5}">
                      <a16:colId xmlns:a16="http://schemas.microsoft.com/office/drawing/2014/main" val="2582885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b="1" dirty="0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09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GitHub is a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Git is a software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052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GitHub is a graphical user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Git is a command-line tool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81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GitHub is hosted on the web – Requires internet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Git is installed locally on the system – works offline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31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GitHub is maintained by Microsoft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Git is maintained by Linux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92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GitHub is focused on centralized source code hosting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Git is focus on version control and code sharing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238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GitHub is a hosting service for Git 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Git is a version control system to manage source code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4918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6423521-9B71-2A44-4C1A-B9604E630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443" y="322917"/>
            <a:ext cx="2261936" cy="127233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E5C97D8-5A81-8CE6-158F-ED9CA4F08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7875" y="322917"/>
            <a:ext cx="1272340" cy="127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58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C239F5-928A-8CE2-F858-570190C59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>
                <a:solidFill>
                  <a:schemeClr val="tx1"/>
                </a:solidFill>
              </a:rPr>
              <a:t>Real-Life Example</a:t>
            </a:r>
          </a:p>
          <a:p>
            <a:r>
              <a:rPr lang="en-AU" dirty="0">
                <a:solidFill>
                  <a:schemeClr val="tx1"/>
                </a:solidFill>
              </a:rPr>
              <a:t>Imagine writing a group report.</a:t>
            </a:r>
          </a:p>
          <a:p>
            <a:r>
              <a:rPr lang="en-AU" dirty="0">
                <a:solidFill>
                  <a:schemeClr val="tx1"/>
                </a:solidFill>
              </a:rPr>
              <a:t>Git: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Keeps track of every change. </a:t>
            </a:r>
          </a:p>
          <a:p>
            <a:r>
              <a:rPr lang="en-AU" dirty="0">
                <a:solidFill>
                  <a:schemeClr val="tx1"/>
                </a:solidFill>
              </a:rPr>
              <a:t>GitHub: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Everyone uploads their work.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Everyone can see updates.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</a:rPr>
              <a:t>No files get lost.</a:t>
            </a:r>
          </a:p>
          <a:p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072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AC87F6-C76F-0A59-ABB2-771F08E9C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AU" dirty="0">
                <a:solidFill>
                  <a:schemeClr val="tx1"/>
                </a:solidFill>
              </a:rPr>
              <a:t>Download Git:</a:t>
            </a:r>
            <a:r>
              <a:rPr lang="en-AU" dirty="0"/>
              <a:t> </a:t>
            </a:r>
            <a:r>
              <a:rPr lang="en-AU" dirty="0">
                <a:hlinkClick r:id="rId2"/>
              </a:rPr>
              <a:t>https://git-scm.com</a:t>
            </a:r>
            <a:r>
              <a:rPr lang="en-AU" dirty="0"/>
              <a:t> </a:t>
            </a:r>
          </a:p>
          <a:p>
            <a:r>
              <a:rPr lang="en-AU" dirty="0">
                <a:solidFill>
                  <a:schemeClr val="tx1"/>
                </a:solidFill>
              </a:rPr>
              <a:t>GitHub Link: </a:t>
            </a:r>
            <a:r>
              <a:rPr lang="en-AU" dirty="0">
                <a:solidFill>
                  <a:schemeClr val="tx1"/>
                </a:solidFill>
                <a:hlinkClick r:id="rId3"/>
              </a:rPr>
              <a:t>https://github.com</a:t>
            </a:r>
            <a:r>
              <a:rPr lang="en-AU" dirty="0">
                <a:solidFill>
                  <a:schemeClr val="tx1"/>
                </a:solidFill>
              </a:rPr>
              <a:t>  </a:t>
            </a:r>
          </a:p>
          <a:p>
            <a:endParaRPr lang="en-AU" dirty="0">
              <a:solidFill>
                <a:schemeClr val="tx1"/>
              </a:solidFill>
            </a:endParaRPr>
          </a:p>
          <a:p>
            <a:r>
              <a:rPr lang="en-AU" dirty="0">
                <a:solidFill>
                  <a:schemeClr val="tx1"/>
                </a:solidFill>
              </a:rPr>
              <a:t>Video can </a:t>
            </a:r>
            <a:r>
              <a:rPr lang="en-AU">
                <a:solidFill>
                  <a:schemeClr val="tx1"/>
                </a:solidFill>
              </a:rPr>
              <a:t>help you install </a:t>
            </a:r>
            <a:r>
              <a:rPr lang="en-AU" dirty="0">
                <a:solidFill>
                  <a:schemeClr val="tx1"/>
                </a:solidFill>
              </a:rPr>
              <a:t>the above items: </a:t>
            </a:r>
            <a:r>
              <a:rPr lang="en-AU" dirty="0">
                <a:hlinkClick r:id="rId4"/>
              </a:rPr>
              <a:t>Installing and Setting up Git and GitHub</a:t>
            </a:r>
            <a:endParaRPr lang="en-AU" dirty="0"/>
          </a:p>
          <a:p>
            <a:endParaRPr lang="en-AU" dirty="0">
              <a:solidFill>
                <a:schemeClr val="tx1"/>
              </a:solidFill>
            </a:endParaRPr>
          </a:p>
          <a:p>
            <a:r>
              <a:rPr lang="en-AU">
                <a:solidFill>
                  <a:schemeClr val="tx1"/>
                </a:solidFill>
              </a:rPr>
              <a:t>Task: create a new account in GitHub. Save your username and password</a:t>
            </a:r>
          </a:p>
          <a:p>
            <a:endParaRPr lang="en-AU" dirty="0">
              <a:solidFill>
                <a:srgbClr val="FFFFFF"/>
              </a:solidFill>
            </a:endParaRPr>
          </a:p>
          <a:p>
            <a:r>
              <a:rPr lang="en-AU">
                <a:solidFill>
                  <a:srgbClr val="FFFFFF"/>
                </a:solidFill>
              </a:rPr>
              <a:t>t</a:t>
            </a:r>
            <a:endParaRPr lang="en-AU" dirty="0">
              <a:solidFill>
                <a:srgbClr val="FFFFFF"/>
              </a:solidFill>
            </a:endParaRPr>
          </a:p>
          <a:p>
            <a:endParaRPr lang="en-AU" dirty="0">
              <a:solidFill>
                <a:srgbClr val="FFFFFF"/>
              </a:solidFill>
            </a:endParaRPr>
          </a:p>
          <a:p>
            <a:r>
              <a:rPr lang="en-AU">
                <a:solidFill>
                  <a:srgbClr val="FFFFFF"/>
                </a:solidFill>
              </a:rPr>
              <a:t>ta</a:t>
            </a:r>
            <a:endParaRPr lang="en-AU" dirty="0">
              <a:solidFill>
                <a:srgbClr val="FFFFFF"/>
              </a:solidFill>
            </a:endParaRPr>
          </a:p>
          <a:p>
            <a:r>
              <a:rPr lang="en-AU">
                <a:solidFill>
                  <a:srgbClr val="FFFFFF"/>
                </a:solidFill>
              </a:rPr>
              <a:t>T</a:t>
            </a:r>
            <a:endParaRPr lang="en-AU">
              <a:solidFill>
                <a:srgbClr val="FF0000"/>
              </a:solidFill>
            </a:endParaRPr>
          </a:p>
          <a:p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06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AC87F6-C76F-0A59-ABB2-771F08E9C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AU" b="1">
                <a:solidFill>
                  <a:schemeClr val="tx1"/>
                </a:solidFill>
              </a:rPr>
              <a:t>Git </a:t>
            </a:r>
            <a:r>
              <a:rPr lang="en-AU">
                <a:solidFill>
                  <a:schemeClr val="tx1"/>
                </a:solidFill>
              </a:rPr>
              <a:t>: program for managing source code.</a:t>
            </a:r>
          </a:p>
          <a:p>
            <a:endParaRPr lang="en-AU" dirty="0">
              <a:solidFill>
                <a:schemeClr val="tx1"/>
              </a:solidFill>
            </a:endParaRPr>
          </a:p>
          <a:p>
            <a:r>
              <a:rPr lang="en-AU" b="1">
                <a:solidFill>
                  <a:schemeClr val="tx1"/>
                </a:solidFill>
              </a:rPr>
              <a:t>GitHub</a:t>
            </a:r>
            <a:r>
              <a:rPr lang="en-AU">
                <a:solidFill>
                  <a:schemeClr val="tx1"/>
                </a:solidFill>
              </a:rPr>
              <a:t>: hosts a copy of code in a </a:t>
            </a:r>
            <a:r>
              <a:rPr lang="en-AU" err="1">
                <a:solidFill>
                  <a:schemeClr val="tx1"/>
                </a:solidFill>
              </a:rPr>
              <a:t>reposi</a:t>
            </a:r>
            <a:r>
              <a:rPr lang="en-AU">
                <a:solidFill>
                  <a:schemeClr val="tx1"/>
                </a:solidFill>
              </a:rPr>
              <a:t>tory online.</a:t>
            </a:r>
          </a:p>
          <a:p>
            <a:endParaRPr lang="en-AU" dirty="0">
              <a:solidFill>
                <a:schemeClr val="tx1"/>
              </a:solidFill>
            </a:endParaRPr>
          </a:p>
          <a:p>
            <a:r>
              <a:rPr lang="en-AU" b="1" dirty="0">
                <a:solidFill>
                  <a:schemeClr val="tx1"/>
                </a:solidFill>
              </a:rPr>
              <a:t>Visual studio code</a:t>
            </a:r>
            <a:r>
              <a:rPr lang="en-AU" dirty="0">
                <a:solidFill>
                  <a:schemeClr val="tx1"/>
                </a:solidFill>
              </a:rPr>
              <a:t>: makes the process of using Git and GitHub easy.</a:t>
            </a:r>
          </a:p>
          <a:p>
            <a:r>
              <a:rPr lang="en-AU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4590034"/>
      </p:ext>
    </p:extLst>
  </p:cSld>
  <p:clrMapOvr>
    <a:masterClrMapping/>
  </p:clrMapOvr>
</p:sld>
</file>

<file path=ppt/theme/theme1.xml><?xml version="1.0" encoding="utf-8"?>
<a:theme xmlns:a="http://schemas.openxmlformats.org/drawingml/2006/main" name="Dar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AP Theme" id="{73B5A65A-351A-4599-A619-3FD39977C896}" vid="{670A32BA-8547-45E0-99DB-555888F035F3}"/>
    </a:ext>
  </a:extLst>
</a:theme>
</file>

<file path=ppt/theme/theme2.xml><?xml version="1.0" encoding="utf-8"?>
<a:theme xmlns:a="http://schemas.openxmlformats.org/drawingml/2006/main" name="Ligh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AP Theme" id="{73B5A65A-351A-4599-A619-3FD39977C896}" vid="{670A32BA-8547-45E0-99DB-555888F035F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7cd8174-8def-497b-b12c-30b4041f503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837C8CC1B9F443A18CCB31DFF58A97" ma:contentTypeVersion="17" ma:contentTypeDescription="Create a new document." ma:contentTypeScope="" ma:versionID="3a8f2cab8228ea4519a0ab03b500cfcc">
  <xsd:schema xmlns:xsd="http://www.w3.org/2001/XMLSchema" xmlns:xs="http://www.w3.org/2001/XMLSchema" xmlns:p="http://schemas.microsoft.com/office/2006/metadata/properties" xmlns:ns3="57cd8174-8def-497b-b12c-30b4041f5039" xmlns:ns4="15feb235-289c-4320-a246-a4d4c12bee6c" targetNamespace="http://schemas.microsoft.com/office/2006/metadata/properties" ma:root="true" ma:fieldsID="04921aaecfc165d682c864cbbb961031" ns3:_="" ns4:_="">
    <xsd:import namespace="57cd8174-8def-497b-b12c-30b4041f5039"/>
    <xsd:import namespace="15feb235-289c-4320-a246-a4d4c12bee6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cd8174-8def-497b-b12c-30b4041f50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feb235-289c-4320-a246-a4d4c12bee6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22AC12-ACA3-4B22-9C95-3DFFC24A3E97}">
  <ds:schemaRefs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  <ds:schemaRef ds:uri="15feb235-289c-4320-a246-a4d4c12bee6c"/>
    <ds:schemaRef ds:uri="http://schemas.microsoft.com/office/2006/documentManagement/types"/>
    <ds:schemaRef ds:uri="57cd8174-8def-497b-b12c-30b4041f5039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32EA895-8EA7-44D1-8CD3-09BCDFC7EA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F85059-53D7-4056-9401-C8AE1699D2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cd8174-8def-497b-b12c-30b4041f5039"/>
    <ds:schemaRef ds:uri="15feb235-289c-4320-a246-a4d4c12bee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RAP Theme</Template>
  <TotalTime>1009</TotalTime>
  <Words>453</Words>
  <Application>Microsoft Office PowerPoint</Application>
  <PresentationFormat>Widescreen</PresentationFormat>
  <Paragraphs>95</Paragraphs>
  <Slides>13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Dark</vt:lpstr>
      <vt:lpstr>Light</vt:lpstr>
      <vt:lpstr>Introduction to Git &amp; 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North Metropolitan TAFE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Maryam Shahabi Lotfabadi</cp:lastModifiedBy>
  <cp:revision>36</cp:revision>
  <cp:lastPrinted>2024-12-06T05:45:51Z</cp:lastPrinted>
  <dcterms:created xsi:type="dcterms:W3CDTF">2024-11-26T01:38:20Z</dcterms:created>
  <dcterms:modified xsi:type="dcterms:W3CDTF">2026-08-05T02:55:15Z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2024-11-26T08:12:24Z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7238d4d9-041c-4fd3-ab07-75463b36bc70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PebbleVTI:9</vt:lpwstr>
  </property>
  <property fmtid="{D5CDD505-2E9C-101B-9397-08002B2CF9AE}" pid="10" name="ClassificationContentMarkingHeaderText">
    <vt:lpwstr>OFFICIAL</vt:lpwstr>
  </property>
  <property fmtid="{D5CDD505-2E9C-101B-9397-08002B2CF9AE}" pid="11" name="ContentTypeId">
    <vt:lpwstr>0x01010011837C8CC1B9F443A18CCB31DFF58A97</vt:lpwstr>
  </property>
  <property fmtid="{D5CDD505-2E9C-101B-9397-08002B2CF9AE}" pid="12" name="MediaServiceImageTags">
    <vt:lpwstr/>
  </property>
  <property fmtid="{D5CDD505-2E9C-101B-9397-08002B2CF9AE}" pid="13" name="_dlc_DocIdItemGuid">
    <vt:lpwstr>b99b392a-63e9-4acc-b212-530dc3534ab6</vt:lpwstr>
  </property>
</Properties>
</file>